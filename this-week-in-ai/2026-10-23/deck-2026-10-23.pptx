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THIS WEEK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16-23 Oct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Swipe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85725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4000" y="82962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7900" y="8001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76866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95700" y="73533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9600" y="70008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3500" y="66294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67400" y="62388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91300" y="58293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54006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9100" y="4953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63000" y="44862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1714500"/>
            <a:ext cx="86868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9600" b="0">
                <a:solidFill>
                  <a:srgbClr val="FFFFFF"/>
                </a:solidFill>
                <a:latin typeface="Instrument Serif"/>
              </a:rPr>
              <a:t>Rent the model.
</a:t>
            </a:r>
            <a:r>
              <a:rPr sz="9600" b="0" i="1">
                <a:solidFill>
                  <a:srgbClr val="10B77F"/>
                </a:solidFill>
                <a:latin typeface="Instrument Serif"/>
              </a:rPr>
              <a:t>Own</a:t>
            </a:r>
            <a:r>
              <a:rPr sz="9600" b="0">
                <a:solidFill>
                  <a:srgbClr val="FFFFFF"/>
                </a:solidFill>
                <a:latin typeface="Instrument Serif"/>
              </a:rPr>
              <a:t>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5905500"/>
            <a:ext cx="7810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>
                <a:solidFill>
                  <a:srgbClr val="C7CAD2"/>
                </a:solidFill>
                <a:latin typeface="Instrument Serif"/>
              </a:rPr>
              <a:t>Three moves from this week that point the same 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01/03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IBTimes SG,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OpenAI walks into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Google's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OpenAI's frontier models and Codex agent workflows are coming to Google Cloud's Model Garden and Marketplace. Every big model is now one procurement click from every big cloud.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Models now multi-cloud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02/03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Engadget, AI Weekly,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Claude gets a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shift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 of its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Anthropic opened a waitlist for Claude Duet, an Opus 5.5 agent that briefs you each morning, works between messages, and only pings when a decision is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US Pro and Max waitlist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03/03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anthropic.com/news,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Anthropic gives away the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Agent Skills, the open standard for packaging how work gets done, is being donated to the Agentic AI Foundation. 70+ agent platforms already support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70+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THE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Own your AI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Models are a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commodity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. Your loop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619750"/>
            <a:ext cx="81915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Any model, any cloud, any agent. What stays yours is the skills, the context and the workflows you build on top. That is where human capital and token capital compound.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AUGMENTED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Follow for next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85725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82962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7900" y="8001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76866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5700" y="73533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70008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0" y="66294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67400" y="62388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1300" y="58293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54006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9100" y="4953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3000" y="4486275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" y="1714500"/>
            <a:ext cx="86868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700" b="0">
                <a:solidFill>
                  <a:srgbClr val="FFFFFF"/>
                </a:solidFill>
                <a:latin typeface="Instrument Serif"/>
              </a:rPr>
              <a:t>We install the </a:t>
            </a:r>
            <a:r>
              <a:rPr sz="8700" b="0" i="1">
                <a:solidFill>
                  <a:srgbClr val="10B77F"/>
                </a:solidFill>
                <a:latin typeface="Instrument Serif"/>
              </a:rPr>
              <a:t>compounding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6096000"/>
            <a:ext cx="7810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200" b="0">
                <a:solidFill>
                  <a:srgbClr val="C7CAD2"/>
                </a:solidFill>
                <a:latin typeface="Instrument Serif"/>
              </a:rPr>
              <a:t>Follow for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