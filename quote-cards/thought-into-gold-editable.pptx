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77724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i="0" b="1" spc="300">
                <a:solidFill>
                  <a:srgbClr val="10B77F"/>
                </a:solidFill>
                <a:latin typeface="Inter"/>
              </a:rPr>
              <a:t>AUGMENTED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54680"/>
            <a:ext cx="841248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4700" i="0" b="0">
                <a:solidFill>
                  <a:srgbClr val="FEFEFE"/>
                </a:solidFill>
                <a:latin typeface="Instrument Serif"/>
              </a:rPr>
              <a:t>Not sand </a:t>
            </a:r>
            <a:r>
              <a:rPr sz="4700" i="0" b="0">
                <a:solidFill>
                  <a:srgbClr val="C7CAD2"/>
                </a:solidFill>
                <a:latin typeface="Instrument Serif"/>
              </a:rPr>
              <a:t>into thought.</a:t>
            </a:r>
          </a:p>
          <a:p>
            <a:pPr algn="l">
              <a:lnSpc>
                <a:spcPct val="106000"/>
              </a:lnSpc>
            </a:pPr>
            <a:r>
              <a:rPr sz="4700" i="0" b="0">
                <a:solidFill>
                  <a:srgbClr val="FEFEFE"/>
                </a:solidFill>
                <a:latin typeface="Instrument Serif"/>
              </a:rPr>
              <a:t>Thought into </a:t>
            </a:r>
            <a:r>
              <a:rPr sz="4700" i="1" b="0">
                <a:solidFill>
                  <a:srgbClr val="10B77F"/>
                </a:solidFill>
                <a:latin typeface="Instrument Serif"/>
              </a:rPr>
              <a:t>gold</a:t>
            </a:r>
            <a:r>
              <a:rPr sz="4700" i="0" b="0">
                <a:solidFill>
                  <a:srgbClr val="FEFEFE"/>
                </a:solidFill>
                <a:latin typeface="Instrument Serif"/>
              </a:rPr>
              <a:t>.</a:t>
            </a:r>
          </a:p>
        </p:txBody>
      </p:sp>
      <p:sp>
        <p:nvSpPr>
          <p:cNvPr id="4" name="Arc 3"/>
          <p:cNvSpPr/>
          <p:nvPr/>
        </p:nvSpPr>
        <p:spPr>
          <a:xfrm>
            <a:off x="6126480" y="6126480"/>
            <a:ext cx="5120640" cy="5120640"/>
          </a:xfrm>
          <a:prstGeom prst="arc">
            <a:avLst>
              <a:gd name="adj1" fmla="val 18000000"/>
              <a:gd name="adj2" fmla="val 27000000"/>
            </a:avLst>
          </a:prstGeom>
          <a:noFill/>
          <a:ln w="28575">
            <a:solidFill>
              <a:srgbClr val="10B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960120" y="9116568"/>
            <a:ext cx="237744" cy="237744"/>
          </a:xfrm>
          <a:prstGeom prst="diamond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99769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i="0" b="1">
                <a:solidFill>
                  <a:srgbClr val="FEFEFE"/>
                </a:solidFill>
                <a:latin typeface="Inter"/>
              </a:rPr>
              <a:t>Augmented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